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BC75B0-7D54-4BDB-957A-A5AD2993866E}" type="doc">
      <dgm:prSet loTypeId="urn:microsoft.com/office/officeart/2005/8/layout/arrow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6DF969B-978A-4A3F-92EB-E5D3003C6EBA}">
      <dgm:prSet phldrT="[文本]" custT="1"/>
      <dgm:spPr/>
      <dgm:t>
        <a:bodyPr/>
        <a:lstStyle/>
        <a:p>
          <a:r>
            <a:rPr lang="en-US" altLang="zh-CN" sz="2000" dirty="0" smtClean="0"/>
            <a:t>SL1G/RTS</a:t>
          </a:r>
        </a:p>
        <a:p>
          <a:r>
            <a:rPr lang="zh-CN" altLang="en-US" sz="2000" dirty="0" smtClean="0"/>
            <a:t>（</a:t>
          </a:r>
          <a:r>
            <a:rPr lang="en-US" altLang="zh-CN" sz="2000" dirty="0" smtClean="0"/>
            <a:t>GOW/SC/DHD</a:t>
          </a:r>
          <a:r>
            <a:rPr lang="zh-CN" altLang="en-US" sz="2000" dirty="0" smtClean="0"/>
            <a:t>）</a:t>
          </a:r>
          <a:endParaRPr lang="zh-CN" altLang="en-US" sz="2000" dirty="0"/>
        </a:p>
      </dgm:t>
    </dgm:pt>
    <dgm:pt modelId="{02249E49-FC20-4C56-A686-40F2EE9FE74C}" type="parTrans" cxnId="{79D3115F-7377-446F-A76E-B1AE9E926EF2}">
      <dgm:prSet/>
      <dgm:spPr/>
      <dgm:t>
        <a:bodyPr/>
        <a:lstStyle/>
        <a:p>
          <a:endParaRPr lang="zh-CN" altLang="en-US"/>
        </a:p>
      </dgm:t>
    </dgm:pt>
    <dgm:pt modelId="{2D918F9F-1101-475F-93F9-04BA58D9440D}" type="sibTrans" cxnId="{79D3115F-7377-446F-A76E-B1AE9E926EF2}">
      <dgm:prSet/>
      <dgm:spPr/>
      <dgm:t>
        <a:bodyPr/>
        <a:lstStyle/>
        <a:p>
          <a:endParaRPr lang="zh-CN" altLang="en-US"/>
        </a:p>
      </dgm:t>
    </dgm:pt>
    <dgm:pt modelId="{17C057AE-7EBB-4EFE-A594-74EE735AC836}">
      <dgm:prSet phldrT="[文本]"/>
      <dgm:spPr/>
      <dgm:t>
        <a:bodyPr/>
        <a:lstStyle/>
        <a:p>
          <a:r>
            <a:rPr lang="en-US" altLang="zh-CN" dirty="0" smtClean="0"/>
            <a:t>RPG/</a:t>
          </a:r>
          <a:r>
            <a:rPr lang="zh-CN" altLang="en-US" dirty="0" smtClean="0"/>
            <a:t>卡牌</a:t>
          </a:r>
          <a:endParaRPr lang="zh-CN" altLang="en-US" dirty="0"/>
        </a:p>
      </dgm:t>
    </dgm:pt>
    <dgm:pt modelId="{3178234E-4D22-416F-9C35-F2FC374DFFE1}" type="parTrans" cxnId="{E4341DF0-9C17-4C22-8B0E-8B32D3A7862B}">
      <dgm:prSet/>
      <dgm:spPr/>
      <dgm:t>
        <a:bodyPr/>
        <a:lstStyle/>
        <a:p>
          <a:endParaRPr lang="zh-CN" altLang="en-US"/>
        </a:p>
      </dgm:t>
    </dgm:pt>
    <dgm:pt modelId="{FFBEDB16-8566-467E-87C1-60E29C5850F3}" type="sibTrans" cxnId="{E4341DF0-9C17-4C22-8B0E-8B32D3A7862B}">
      <dgm:prSet/>
      <dgm:spPr/>
      <dgm:t>
        <a:bodyPr/>
        <a:lstStyle/>
        <a:p>
          <a:endParaRPr lang="zh-CN" altLang="en-US"/>
        </a:p>
      </dgm:t>
    </dgm:pt>
    <dgm:pt modelId="{6FD1FF4F-28E0-48BC-BEA1-3B00D0F04EEB}" type="pres">
      <dgm:prSet presAssocID="{53BC75B0-7D54-4BDB-957A-A5AD2993866E}" presName="cycle" presStyleCnt="0">
        <dgm:presLayoutVars>
          <dgm:dir/>
          <dgm:resizeHandles val="exact"/>
        </dgm:presLayoutVars>
      </dgm:prSet>
      <dgm:spPr/>
    </dgm:pt>
    <dgm:pt modelId="{6190E02D-ED63-4574-BD0E-EB4D87455380}" type="pres">
      <dgm:prSet presAssocID="{16DF969B-978A-4A3F-92EB-E5D3003C6EBA}" presName="arrow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75BC4B-56CD-49F8-B1AB-761C33DFB150}" type="pres">
      <dgm:prSet presAssocID="{17C057AE-7EBB-4EFE-A594-74EE735AC836}" presName="arrow" presStyleLbl="node1" presStyleIdx="1" presStyleCnt="2">
        <dgm:presLayoutVars>
          <dgm:bulletEnabled val="1"/>
        </dgm:presLayoutVars>
      </dgm:prSet>
      <dgm:spPr/>
    </dgm:pt>
  </dgm:ptLst>
  <dgm:cxnLst>
    <dgm:cxn modelId="{E1729B59-B960-4A4D-A8B6-EBA4388A1B70}" type="presOf" srcId="{17C057AE-7EBB-4EFE-A594-74EE735AC836}" destId="{C875BC4B-56CD-49F8-B1AB-761C33DFB150}" srcOrd="0" destOrd="0" presId="urn:microsoft.com/office/officeart/2005/8/layout/arrow1"/>
    <dgm:cxn modelId="{7A180F1D-F3E5-438C-A1FB-06D54EAE4B6D}" type="presOf" srcId="{53BC75B0-7D54-4BDB-957A-A5AD2993866E}" destId="{6FD1FF4F-28E0-48BC-BEA1-3B00D0F04EEB}" srcOrd="0" destOrd="0" presId="urn:microsoft.com/office/officeart/2005/8/layout/arrow1"/>
    <dgm:cxn modelId="{E4341DF0-9C17-4C22-8B0E-8B32D3A7862B}" srcId="{53BC75B0-7D54-4BDB-957A-A5AD2993866E}" destId="{17C057AE-7EBB-4EFE-A594-74EE735AC836}" srcOrd="1" destOrd="0" parTransId="{3178234E-4D22-416F-9C35-F2FC374DFFE1}" sibTransId="{FFBEDB16-8566-467E-87C1-60E29C5850F3}"/>
    <dgm:cxn modelId="{6B8919DE-5A19-4449-B964-BA715B91F90E}" type="presOf" srcId="{16DF969B-978A-4A3F-92EB-E5D3003C6EBA}" destId="{6190E02D-ED63-4574-BD0E-EB4D87455380}" srcOrd="0" destOrd="0" presId="urn:microsoft.com/office/officeart/2005/8/layout/arrow1"/>
    <dgm:cxn modelId="{79D3115F-7377-446F-A76E-B1AE9E926EF2}" srcId="{53BC75B0-7D54-4BDB-957A-A5AD2993866E}" destId="{16DF969B-978A-4A3F-92EB-E5D3003C6EBA}" srcOrd="0" destOrd="0" parTransId="{02249E49-FC20-4C56-A686-40F2EE9FE74C}" sibTransId="{2D918F9F-1101-475F-93F9-04BA58D9440D}"/>
    <dgm:cxn modelId="{2BE314CD-CF96-48FC-86B7-8503C30C0199}" type="presParOf" srcId="{6FD1FF4F-28E0-48BC-BEA1-3B00D0F04EEB}" destId="{6190E02D-ED63-4574-BD0E-EB4D87455380}" srcOrd="0" destOrd="0" presId="urn:microsoft.com/office/officeart/2005/8/layout/arrow1"/>
    <dgm:cxn modelId="{B8923D73-2602-4E6D-8A4F-072F22192C0C}" type="presParOf" srcId="{6FD1FF4F-28E0-48BC-BEA1-3B00D0F04EEB}" destId="{C875BC4B-56CD-49F8-B1AB-761C33DFB150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0E02D-ED63-4574-BD0E-EB4D87455380}">
      <dsp:nvSpPr>
        <dsp:cNvPr id="0" name=""/>
        <dsp:cNvSpPr/>
      </dsp:nvSpPr>
      <dsp:spPr>
        <a:xfrm rot="16200000">
          <a:off x="1789" y="881"/>
          <a:ext cx="2472531" cy="2472531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 smtClean="0"/>
            <a:t>SL1G/RTS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（</a:t>
          </a:r>
          <a:r>
            <a:rPr lang="en-US" altLang="zh-CN" sz="2000" kern="1200" dirty="0" smtClean="0"/>
            <a:t>GOW/SC/DHD</a:t>
          </a:r>
          <a:r>
            <a:rPr lang="zh-CN" altLang="en-US" sz="2000" kern="1200" dirty="0" smtClean="0"/>
            <a:t>）</a:t>
          </a:r>
          <a:endParaRPr lang="zh-CN" altLang="en-US" sz="2000" kern="1200" dirty="0"/>
        </a:p>
      </dsp:txBody>
      <dsp:txXfrm rot="5400000">
        <a:off x="434483" y="619013"/>
        <a:ext cx="2039838" cy="1236265"/>
      </dsp:txXfrm>
    </dsp:sp>
    <dsp:sp modelId="{C875BC4B-56CD-49F8-B1AB-761C33DFB150}">
      <dsp:nvSpPr>
        <dsp:cNvPr id="0" name=""/>
        <dsp:cNvSpPr/>
      </dsp:nvSpPr>
      <dsp:spPr>
        <a:xfrm rot="5400000">
          <a:off x="5653678" y="881"/>
          <a:ext cx="2472531" cy="2472531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000" kern="1200" dirty="0" smtClean="0"/>
            <a:t>RPG/</a:t>
          </a:r>
          <a:r>
            <a:rPr lang="zh-CN" altLang="en-US" sz="3000" kern="1200" dirty="0" smtClean="0"/>
            <a:t>卡牌</a:t>
          </a:r>
          <a:endParaRPr lang="zh-CN" altLang="en-US" sz="3000" kern="1200" dirty="0"/>
        </a:p>
      </dsp:txBody>
      <dsp:txXfrm rot="-5400000">
        <a:off x="5653679" y="619014"/>
        <a:ext cx="2039838" cy="1236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890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2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2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59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15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37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281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156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18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23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56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054B7-EAE5-4AC4-A32C-78B2E2BC0164}" type="datetimeFigureOut">
              <a:rPr lang="zh-CN" altLang="en-US" smtClean="0"/>
              <a:t>2014/7/28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061DC-94E0-4238-889A-CF2C8B15F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62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670020904"/>
              </p:ext>
            </p:extLst>
          </p:nvPr>
        </p:nvGraphicFramePr>
        <p:xfrm>
          <a:off x="1980485" y="281784"/>
          <a:ext cx="8128000" cy="2474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4971245" y="927279"/>
            <a:ext cx="2215166" cy="11848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 smtClean="0"/>
              <a:t>War3</a:t>
            </a:r>
            <a:endParaRPr lang="zh-CN" altLang="en-US" sz="3200" dirty="0"/>
          </a:p>
        </p:txBody>
      </p:sp>
      <p:sp>
        <p:nvSpPr>
          <p:cNvPr id="6" name="文本框 5"/>
          <p:cNvSpPr txBox="1"/>
          <p:nvPr/>
        </p:nvSpPr>
        <p:spPr>
          <a:xfrm>
            <a:off x="1133342" y="3155736"/>
            <a:ext cx="28075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攻击力</a:t>
            </a:r>
            <a:endParaRPr lang="en-US" altLang="zh-CN" dirty="0" smtClean="0"/>
          </a:p>
          <a:p>
            <a:r>
              <a:rPr lang="zh-CN" altLang="en-US" dirty="0"/>
              <a:t>攻速</a:t>
            </a:r>
            <a:endParaRPr lang="en-US" altLang="zh-CN" dirty="0" smtClean="0"/>
          </a:p>
          <a:p>
            <a:r>
              <a:rPr lang="zh-CN" altLang="en-US" dirty="0" smtClean="0"/>
              <a:t>（防御力）</a:t>
            </a:r>
            <a:endParaRPr lang="en-US" altLang="zh-CN" dirty="0" smtClean="0"/>
          </a:p>
          <a:p>
            <a:r>
              <a:rPr lang="zh-CN" altLang="en-US" dirty="0" smtClean="0"/>
              <a:t>血量</a:t>
            </a:r>
            <a:endParaRPr lang="en-US" altLang="zh-CN" dirty="0" smtClean="0"/>
          </a:p>
          <a:p>
            <a:r>
              <a:rPr lang="zh-CN" altLang="en-US" dirty="0" smtClean="0"/>
              <a:t>计算：伤害</a:t>
            </a:r>
            <a:r>
              <a:rPr lang="en-US" altLang="zh-CN" dirty="0" smtClean="0"/>
              <a:t>=</a:t>
            </a:r>
            <a:r>
              <a:rPr lang="zh-CN" altLang="en-US" dirty="0" smtClean="0"/>
              <a:t>攻击力（</a:t>
            </a:r>
            <a:r>
              <a:rPr lang="en-US" altLang="zh-CN" dirty="0" smtClean="0"/>
              <a:t>-</a:t>
            </a:r>
            <a:r>
              <a:rPr lang="zh-CN" altLang="en-US" dirty="0" smtClean="0"/>
              <a:t>防御力）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4842456" y="2743200"/>
            <a:ext cx="23954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力量</a:t>
            </a:r>
            <a:endParaRPr lang="en-US" altLang="zh-CN" dirty="0" smtClean="0"/>
          </a:p>
          <a:p>
            <a:r>
              <a:rPr lang="zh-CN" altLang="en-US" dirty="0" smtClean="0"/>
              <a:t>敏捷</a:t>
            </a:r>
            <a:endParaRPr lang="en-US" altLang="zh-CN" dirty="0" smtClean="0"/>
          </a:p>
          <a:p>
            <a:r>
              <a:rPr lang="zh-CN" altLang="en-US" dirty="0" smtClean="0"/>
              <a:t>智力</a:t>
            </a:r>
            <a:endParaRPr lang="en-US" altLang="zh-CN" dirty="0" smtClean="0"/>
          </a:p>
          <a:p>
            <a:r>
              <a:rPr lang="zh-CN" altLang="en-US" dirty="0" smtClean="0"/>
              <a:t>血量</a:t>
            </a:r>
            <a:endParaRPr lang="en-US" altLang="zh-CN" dirty="0" smtClean="0"/>
          </a:p>
          <a:p>
            <a:r>
              <a:rPr lang="zh-CN" altLang="en-US" dirty="0" smtClean="0"/>
              <a:t>攻击力</a:t>
            </a:r>
            <a:endParaRPr lang="en-US" altLang="zh-CN" dirty="0" smtClean="0"/>
          </a:p>
          <a:p>
            <a:r>
              <a:rPr lang="zh-CN" altLang="en-US" dirty="0" smtClean="0"/>
              <a:t>攻速</a:t>
            </a:r>
            <a:endParaRPr lang="en-US" altLang="zh-CN" dirty="0" smtClean="0"/>
          </a:p>
          <a:p>
            <a:r>
              <a:rPr lang="zh-CN" altLang="en-US" dirty="0" smtClean="0"/>
              <a:t>闪避率</a:t>
            </a:r>
            <a:endParaRPr lang="en-US" altLang="zh-CN" dirty="0" smtClean="0"/>
          </a:p>
          <a:p>
            <a:r>
              <a:rPr lang="zh-CN" altLang="en-US" dirty="0"/>
              <a:t>护</a:t>
            </a:r>
            <a:r>
              <a:rPr lang="zh-CN" altLang="en-US" dirty="0" smtClean="0"/>
              <a:t>甲</a:t>
            </a:r>
            <a:endParaRPr lang="en-US" altLang="zh-CN" dirty="0" smtClean="0"/>
          </a:p>
          <a:p>
            <a:r>
              <a:rPr lang="zh-CN" altLang="en-US" dirty="0"/>
              <a:t>暴击</a:t>
            </a:r>
            <a:r>
              <a:rPr lang="zh-CN" altLang="en-US" dirty="0" smtClean="0"/>
              <a:t>率</a:t>
            </a:r>
            <a:endParaRPr lang="en-US" altLang="zh-CN" dirty="0" smtClean="0"/>
          </a:p>
          <a:p>
            <a:r>
              <a:rPr lang="zh-CN" altLang="en-US" dirty="0" smtClean="0"/>
              <a:t>计算：伤害</a:t>
            </a:r>
            <a:r>
              <a:rPr lang="en-US" altLang="zh-CN" dirty="0" smtClean="0"/>
              <a:t>=</a:t>
            </a:r>
            <a:r>
              <a:rPr lang="zh-CN" altLang="en-US" dirty="0" smtClean="0"/>
              <a:t>攻击力</a:t>
            </a:r>
            <a:r>
              <a:rPr lang="en-US" altLang="zh-CN" dirty="0" smtClean="0"/>
              <a:t>/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1+a*</a:t>
            </a:r>
            <a:r>
              <a:rPr lang="zh-CN" altLang="en-US" dirty="0" smtClean="0"/>
              <a:t>护甲）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7289443" y="2588655"/>
            <a:ext cx="22151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力量</a:t>
            </a:r>
            <a:endParaRPr lang="en-US" altLang="zh-CN" dirty="0" smtClean="0"/>
          </a:p>
          <a:p>
            <a:r>
              <a:rPr lang="zh-CN" altLang="en-US" dirty="0" smtClean="0"/>
              <a:t>敏捷</a:t>
            </a:r>
            <a:endParaRPr lang="en-US" altLang="zh-CN" dirty="0" smtClean="0"/>
          </a:p>
          <a:p>
            <a:r>
              <a:rPr lang="zh-CN" altLang="en-US" dirty="0" smtClean="0"/>
              <a:t>智力</a:t>
            </a:r>
            <a:endParaRPr lang="en-US" altLang="zh-CN" dirty="0" smtClean="0"/>
          </a:p>
          <a:p>
            <a:r>
              <a:rPr lang="zh-CN" altLang="en-US" dirty="0" smtClean="0"/>
              <a:t>急速</a:t>
            </a:r>
            <a:endParaRPr lang="en-US" altLang="zh-CN" dirty="0" smtClean="0"/>
          </a:p>
          <a:p>
            <a:r>
              <a:rPr lang="zh-CN" altLang="en-US" dirty="0" smtClean="0"/>
              <a:t>元素抗性（冰、火）</a:t>
            </a:r>
            <a:endParaRPr lang="en-US" altLang="zh-CN" dirty="0"/>
          </a:p>
          <a:p>
            <a:r>
              <a:rPr lang="zh-CN" altLang="en-US" dirty="0" smtClean="0"/>
              <a:t>命中等级</a:t>
            </a:r>
            <a:endParaRPr lang="en-US" altLang="zh-CN" dirty="0" smtClean="0"/>
          </a:p>
          <a:p>
            <a:r>
              <a:rPr lang="zh-CN" altLang="en-US" dirty="0" smtClean="0"/>
              <a:t>闪避等级</a:t>
            </a:r>
            <a:endParaRPr lang="en-US" altLang="zh-CN" dirty="0" smtClean="0"/>
          </a:p>
          <a:p>
            <a:r>
              <a:rPr lang="zh-CN" altLang="en-US" dirty="0"/>
              <a:t>格</a:t>
            </a:r>
            <a:r>
              <a:rPr lang="zh-CN" altLang="en-US" dirty="0" smtClean="0"/>
              <a:t>挡等级</a:t>
            </a:r>
            <a:endParaRPr lang="en-US" altLang="zh-CN" dirty="0" smtClean="0"/>
          </a:p>
          <a:p>
            <a:r>
              <a:rPr lang="zh-CN" altLang="en-US" dirty="0"/>
              <a:t>格</a:t>
            </a:r>
            <a:r>
              <a:rPr lang="zh-CN" altLang="en-US" dirty="0" smtClean="0"/>
              <a:t>挡率</a:t>
            </a:r>
            <a:endParaRPr lang="en-US" altLang="zh-CN" dirty="0" smtClean="0"/>
          </a:p>
          <a:p>
            <a:r>
              <a:rPr lang="zh-CN" altLang="en-US" dirty="0" smtClean="0"/>
              <a:t>招架率</a:t>
            </a:r>
            <a:endParaRPr lang="en-US" altLang="zh-CN" dirty="0" smtClean="0"/>
          </a:p>
          <a:p>
            <a:r>
              <a:rPr lang="zh-CN" altLang="en-US" dirty="0"/>
              <a:t>暴</a:t>
            </a:r>
            <a:r>
              <a:rPr lang="zh-CN" altLang="en-US" dirty="0" smtClean="0"/>
              <a:t>击几率等级</a:t>
            </a:r>
            <a:endParaRPr lang="en-US" altLang="zh-CN" dirty="0" smtClean="0"/>
          </a:p>
          <a:p>
            <a:r>
              <a:rPr lang="zh-CN" altLang="en-US" dirty="0"/>
              <a:t>暴</a:t>
            </a:r>
            <a:r>
              <a:rPr lang="zh-CN" altLang="en-US" dirty="0" smtClean="0"/>
              <a:t>击伤害等级</a:t>
            </a:r>
            <a:endParaRPr lang="en-US" altLang="zh-CN" dirty="0" smtClean="0"/>
          </a:p>
        </p:txBody>
      </p:sp>
      <p:sp>
        <p:nvSpPr>
          <p:cNvPr id="12" name="文本框 11"/>
          <p:cNvSpPr txBox="1"/>
          <p:nvPr/>
        </p:nvSpPr>
        <p:spPr>
          <a:xfrm>
            <a:off x="9736428" y="2575778"/>
            <a:ext cx="19318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魔法暴击</a:t>
            </a:r>
            <a:endParaRPr lang="en-US" altLang="zh-CN" dirty="0" smtClean="0"/>
          </a:p>
          <a:p>
            <a:r>
              <a:rPr lang="zh-CN" altLang="en-US" dirty="0" smtClean="0"/>
              <a:t>血量</a:t>
            </a:r>
            <a:endParaRPr lang="en-US" altLang="zh-CN" dirty="0" smtClean="0"/>
          </a:p>
          <a:p>
            <a:r>
              <a:rPr lang="zh-CN" altLang="en-US" dirty="0" smtClean="0"/>
              <a:t>护甲</a:t>
            </a:r>
            <a:endParaRPr lang="en-US" altLang="zh-CN" dirty="0" smtClean="0"/>
          </a:p>
          <a:p>
            <a:r>
              <a:rPr lang="zh-CN" altLang="en-US" dirty="0" smtClean="0"/>
              <a:t>魔法抗性</a:t>
            </a:r>
            <a:endParaRPr lang="en-US" altLang="zh-CN" dirty="0" smtClean="0"/>
          </a:p>
          <a:p>
            <a:r>
              <a:rPr lang="zh-CN" altLang="en-US" dirty="0" smtClean="0"/>
              <a:t>护甲穿透</a:t>
            </a:r>
            <a:endParaRPr lang="en-US" altLang="zh-CN" dirty="0" smtClean="0"/>
          </a:p>
          <a:p>
            <a:r>
              <a:rPr lang="en-US" altLang="zh-CN" dirty="0" smtClean="0"/>
              <a:t>Boon duration</a:t>
            </a:r>
          </a:p>
          <a:p>
            <a:r>
              <a:rPr lang="zh-CN" altLang="en-US" dirty="0" smtClean="0"/>
              <a:t>韧性</a:t>
            </a:r>
            <a:endParaRPr lang="en-US" altLang="zh-CN" dirty="0" smtClean="0"/>
          </a:p>
          <a:p>
            <a:r>
              <a:rPr lang="en-US" altLang="zh-CN" dirty="0" smtClean="0"/>
              <a:t>Control resistance</a:t>
            </a:r>
            <a:endParaRPr lang="en-US" altLang="zh-CN" dirty="0" smtClean="0"/>
          </a:p>
          <a:p>
            <a:r>
              <a:rPr lang="en-US" altLang="zh-CN" dirty="0" smtClean="0"/>
              <a:t>……</a:t>
            </a:r>
          </a:p>
          <a:p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7675808" y="6004975"/>
            <a:ext cx="3245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计算：圆桌理论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708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105</Words>
  <Application>Microsoft Office PowerPoint</Application>
  <PresentationFormat>宽屏</PresentationFormat>
  <Paragraphs>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Fu Song</dc:creator>
  <cp:lastModifiedBy>Fu Song</cp:lastModifiedBy>
  <cp:revision>7</cp:revision>
  <dcterms:created xsi:type="dcterms:W3CDTF">2014-07-28T06:22:18Z</dcterms:created>
  <dcterms:modified xsi:type="dcterms:W3CDTF">2014-07-28T11:52:41Z</dcterms:modified>
</cp:coreProperties>
</file>